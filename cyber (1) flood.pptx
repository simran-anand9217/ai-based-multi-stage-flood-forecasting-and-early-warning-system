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70" r:id="rId4"/>
    <p:sldId id="273" r:id="rId5"/>
    <p:sldId id="268" r:id="rId6"/>
    <p:sldId id="272" r:id="rId7"/>
    <p:sldId id="271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D56"/>
    <a:srgbClr val="105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1BEE8-39E3-40FC-9713-37B65D94F48B}" v="170" dt="2026-09-23T16:16:56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basliyal" userId="88e045944b31d36d" providerId="LiveId" clId="{027BFBBC-CAF0-49A0-A830-640B330BA0B6}"/>
    <pc:docChg chg="undo custSel addSld delSld modSld sldOrd">
      <pc:chgData name="swati basliyal" userId="88e045944b31d36d" providerId="LiveId" clId="{027BFBBC-CAF0-49A0-A830-640B330BA0B6}" dt="2026-09-24T04:42:39.740" v="4607" actId="2696"/>
      <pc:docMkLst>
        <pc:docMk/>
      </pc:docMkLst>
      <pc:sldChg chg="modSp mod setBg">
        <pc:chgData name="swati basliyal" userId="88e045944b31d36d" providerId="LiveId" clId="{027BFBBC-CAF0-49A0-A830-640B330BA0B6}" dt="2026-09-22T17:53:25.790" v="2808" actId="20577"/>
        <pc:sldMkLst>
          <pc:docMk/>
          <pc:sldMk cId="1996802730" sldId="257"/>
        </pc:sldMkLst>
        <pc:spChg chg="mod">
          <ac:chgData name="swati basliyal" userId="88e045944b31d36d" providerId="LiveId" clId="{027BFBBC-CAF0-49A0-A830-640B330BA0B6}" dt="2026-09-22T17:53:25.790" v="2808" actId="20577"/>
          <ac:spMkLst>
            <pc:docMk/>
            <pc:sldMk cId="1996802730" sldId="257"/>
            <ac:spMk id="3" creationId="{8AC5F50A-BA1D-B196-7E68-614969DB8985}"/>
          </ac:spMkLst>
        </pc:spChg>
      </pc:sldChg>
      <pc:sldChg chg="modSp del mod">
        <pc:chgData name="swati basliyal" userId="88e045944b31d36d" providerId="LiveId" clId="{027BFBBC-CAF0-49A0-A830-640B330BA0B6}" dt="2026-09-23T15:10:27.874" v="3522" actId="2696"/>
        <pc:sldMkLst>
          <pc:docMk/>
          <pc:sldMk cId="1055562475" sldId="258"/>
        </pc:sldMkLst>
      </pc:sldChg>
      <pc:sldChg chg="addSp delSp modSp mod">
        <pc:chgData name="swati basliyal" userId="88e045944b31d36d" providerId="LiveId" clId="{027BFBBC-CAF0-49A0-A830-640B330BA0B6}" dt="2026-09-23T16:57:08.219" v="4601" actId="20577"/>
        <pc:sldMkLst>
          <pc:docMk/>
          <pc:sldMk cId="1294566227" sldId="259"/>
        </pc:sldMkLst>
        <pc:spChg chg="mod">
          <ac:chgData name="swati basliyal" userId="88e045944b31d36d" providerId="LiveId" clId="{027BFBBC-CAF0-49A0-A830-640B330BA0B6}" dt="2026-09-23T14:34:48.587" v="3298" actId="14100"/>
          <ac:spMkLst>
            <pc:docMk/>
            <pc:sldMk cId="1294566227" sldId="259"/>
            <ac:spMk id="2" creationId="{DF34E186-2F68-21B0-7671-CF4BD4138554}"/>
          </ac:spMkLst>
        </pc:spChg>
        <pc:spChg chg="add del mod">
          <ac:chgData name="swati basliyal" userId="88e045944b31d36d" providerId="LiveId" clId="{027BFBBC-CAF0-49A0-A830-640B330BA0B6}" dt="2026-09-23T14:34:43.167" v="3297" actId="14100"/>
          <ac:spMkLst>
            <pc:docMk/>
            <pc:sldMk cId="1294566227" sldId="259"/>
            <ac:spMk id="3" creationId="{8B41E508-6DE3-FBB6-9B99-B98516AE140E}"/>
          </ac:spMkLst>
        </pc:spChg>
        <pc:spChg chg="add mod">
          <ac:chgData name="swati basliyal" userId="88e045944b31d36d" providerId="LiveId" clId="{027BFBBC-CAF0-49A0-A830-640B330BA0B6}" dt="2026-09-23T16:56:56.410" v="4596" actId="20577"/>
          <ac:spMkLst>
            <pc:docMk/>
            <pc:sldMk cId="1294566227" sldId="259"/>
            <ac:spMk id="5" creationId="{D233EAA4-443C-F180-0716-A6D4FED71B6E}"/>
          </ac:spMkLst>
        </pc:spChg>
        <pc:spChg chg="add del mod">
          <ac:chgData name="swati basliyal" userId="88e045944b31d36d" providerId="LiveId" clId="{027BFBBC-CAF0-49A0-A830-640B330BA0B6}" dt="2026-09-23T14:16:19.364" v="2980" actId="21"/>
          <ac:spMkLst>
            <pc:docMk/>
            <pc:sldMk cId="1294566227" sldId="259"/>
            <ac:spMk id="6" creationId="{9BE02D7F-BF6A-C6AA-C293-077B6A230BA2}"/>
          </ac:spMkLst>
        </pc:spChg>
        <pc:spChg chg="add mod">
          <ac:chgData name="swati basliyal" userId="88e045944b31d36d" providerId="LiveId" clId="{027BFBBC-CAF0-49A0-A830-640B330BA0B6}" dt="2026-09-23T14:38:41.119" v="3358" actId="1076"/>
          <ac:spMkLst>
            <pc:docMk/>
            <pc:sldMk cId="1294566227" sldId="259"/>
            <ac:spMk id="7" creationId="{78DFBC4A-584C-6484-7778-1664D4EDD3EF}"/>
          </ac:spMkLst>
        </pc:spChg>
        <pc:spChg chg="add mod">
          <ac:chgData name="swati basliyal" userId="88e045944b31d36d" providerId="LiveId" clId="{027BFBBC-CAF0-49A0-A830-640B330BA0B6}" dt="2026-09-23T16:56:59.543" v="4598" actId="20577"/>
          <ac:spMkLst>
            <pc:docMk/>
            <pc:sldMk cId="1294566227" sldId="259"/>
            <ac:spMk id="8" creationId="{9967C9E7-1F66-1FE3-B695-88A8A6F422A6}"/>
          </ac:spMkLst>
        </pc:spChg>
        <pc:spChg chg="add mod">
          <ac:chgData name="swati basliyal" userId="88e045944b31d36d" providerId="LiveId" clId="{027BFBBC-CAF0-49A0-A830-640B330BA0B6}" dt="2026-09-23T14:38:34.263" v="3356" actId="1076"/>
          <ac:spMkLst>
            <pc:docMk/>
            <pc:sldMk cId="1294566227" sldId="259"/>
            <ac:spMk id="9" creationId="{62160CD4-0186-BE3F-843B-9CB6E7A01ECC}"/>
          </ac:spMkLst>
        </pc:spChg>
        <pc:spChg chg="add mod">
          <ac:chgData name="swati basliyal" userId="88e045944b31d36d" providerId="LiveId" clId="{027BFBBC-CAF0-49A0-A830-640B330BA0B6}" dt="2026-09-23T16:57:01.386" v="4599" actId="20577"/>
          <ac:spMkLst>
            <pc:docMk/>
            <pc:sldMk cId="1294566227" sldId="259"/>
            <ac:spMk id="10" creationId="{D6876F60-0937-A244-DD8D-3CE04A6A007E}"/>
          </ac:spMkLst>
        </pc:spChg>
        <pc:spChg chg="add del mod">
          <ac:chgData name="swati basliyal" userId="88e045944b31d36d" providerId="LiveId" clId="{027BFBBC-CAF0-49A0-A830-640B330BA0B6}" dt="2026-09-23T14:21:24.544" v="3147" actId="21"/>
          <ac:spMkLst>
            <pc:docMk/>
            <pc:sldMk cId="1294566227" sldId="259"/>
            <ac:spMk id="11" creationId="{A212E1E8-AA30-3F7F-AC7C-D991CD1A342F}"/>
          </ac:spMkLst>
        </pc:spChg>
        <pc:spChg chg="add mod">
          <ac:chgData name="swati basliyal" userId="88e045944b31d36d" providerId="LiveId" clId="{027BFBBC-CAF0-49A0-A830-640B330BA0B6}" dt="2026-09-23T16:57:04.440" v="4600" actId="20577"/>
          <ac:spMkLst>
            <pc:docMk/>
            <pc:sldMk cId="1294566227" sldId="259"/>
            <ac:spMk id="12" creationId="{0640E46D-41CE-5E1A-5FCA-7373E0BDAB1F}"/>
          </ac:spMkLst>
        </pc:spChg>
        <pc:spChg chg="add del mod">
          <ac:chgData name="swati basliyal" userId="88e045944b31d36d" providerId="LiveId" clId="{027BFBBC-CAF0-49A0-A830-640B330BA0B6}" dt="2026-09-23T14:31:07.715" v="3266" actId="21"/>
          <ac:spMkLst>
            <pc:docMk/>
            <pc:sldMk cId="1294566227" sldId="259"/>
            <ac:spMk id="13" creationId="{93DDFA34-8CD8-E1F2-9180-68CAE29A47C5}"/>
          </ac:spMkLst>
        </pc:spChg>
        <pc:spChg chg="add mod">
          <ac:chgData name="swati basliyal" userId="88e045944b31d36d" providerId="LiveId" clId="{027BFBBC-CAF0-49A0-A830-640B330BA0B6}" dt="2026-09-23T14:37:21.489" v="3334" actId="1076"/>
          <ac:spMkLst>
            <pc:docMk/>
            <pc:sldMk cId="1294566227" sldId="259"/>
            <ac:spMk id="14" creationId="{0E8F828F-0479-7E9D-673C-B0931547382E}"/>
          </ac:spMkLst>
        </pc:spChg>
        <pc:spChg chg="add mod">
          <ac:chgData name="swati basliyal" userId="88e045944b31d36d" providerId="LiveId" clId="{027BFBBC-CAF0-49A0-A830-640B330BA0B6}" dt="2026-09-23T16:57:08.219" v="4601" actId="20577"/>
          <ac:spMkLst>
            <pc:docMk/>
            <pc:sldMk cId="1294566227" sldId="259"/>
            <ac:spMk id="15" creationId="{12628F75-3C29-8506-B5FB-E5F62EEC5A75}"/>
          </ac:spMkLst>
        </pc:spChg>
        <pc:spChg chg="add mod">
          <ac:chgData name="swati basliyal" userId="88e045944b31d36d" providerId="LiveId" clId="{027BFBBC-CAF0-49A0-A830-640B330BA0B6}" dt="2026-09-23T14:33:35.434" v="3287" actId="1076"/>
          <ac:spMkLst>
            <pc:docMk/>
            <pc:sldMk cId="1294566227" sldId="259"/>
            <ac:spMk id="16" creationId="{EEEA0FD3-B363-D983-C815-CAFC32D168E7}"/>
          </ac:spMkLst>
        </pc:spChg>
        <pc:picChg chg="add del mod ord">
          <ac:chgData name="swati basliyal" userId="88e045944b31d36d" providerId="LiveId" clId="{027BFBBC-CAF0-49A0-A830-640B330BA0B6}" dt="2026-09-23T14:12:07.278" v="2886" actId="34307"/>
          <ac:picMkLst>
            <pc:docMk/>
            <pc:sldMk cId="1294566227" sldId="259"/>
            <ac:picMk id="4" creationId="{312F99BF-AE0C-888C-F8D7-F6504C880FBE}"/>
          </ac:picMkLst>
        </pc:picChg>
      </pc:sldChg>
      <pc:sldChg chg="modSp del">
        <pc:chgData name="swati basliyal" userId="88e045944b31d36d" providerId="LiveId" clId="{027BFBBC-CAF0-49A0-A830-640B330BA0B6}" dt="2026-09-23T14:48:17.344" v="3366" actId="2696"/>
        <pc:sldMkLst>
          <pc:docMk/>
          <pc:sldMk cId="1584376176" sldId="260"/>
        </pc:sldMkLst>
        <pc:graphicFrameChg chg="mod">
          <ac:chgData name="swati basliyal" userId="88e045944b31d36d" providerId="LiveId" clId="{027BFBBC-CAF0-49A0-A830-640B330BA0B6}" dt="2026-09-23T14:48:05.700" v="3365"/>
          <ac:graphicFrameMkLst>
            <pc:docMk/>
            <pc:sldMk cId="1584376176" sldId="260"/>
            <ac:graphicFrameMk id="5" creationId="{0E7C4AC1-D392-FA3F-08B7-5870B3C3A162}"/>
          </ac:graphicFrameMkLst>
        </pc:graphicFrameChg>
      </pc:sldChg>
      <pc:sldChg chg="del ord">
        <pc:chgData name="swati basliyal" userId="88e045944b31d36d" providerId="LiveId" clId="{027BFBBC-CAF0-49A0-A830-640B330BA0B6}" dt="2026-09-23T15:10:33.721" v="3523" actId="2696"/>
        <pc:sldMkLst>
          <pc:docMk/>
          <pc:sldMk cId="2158051218" sldId="261"/>
        </pc:sldMkLst>
      </pc:sldChg>
      <pc:sldChg chg="del">
        <pc:chgData name="swati basliyal" userId="88e045944b31d36d" providerId="LiveId" clId="{027BFBBC-CAF0-49A0-A830-640B330BA0B6}" dt="2026-09-23T16:40:36.003" v="4556" actId="2696"/>
        <pc:sldMkLst>
          <pc:docMk/>
          <pc:sldMk cId="3687961652" sldId="262"/>
        </pc:sldMkLst>
      </pc:sldChg>
      <pc:sldChg chg="addSp delSp modSp new del mod setBg">
        <pc:chgData name="swati basliyal" userId="88e045944b31d36d" providerId="LiveId" clId="{027BFBBC-CAF0-49A0-A830-640B330BA0B6}" dt="2026-09-23T16:43:32.091" v="4557" actId="2696"/>
        <pc:sldMkLst>
          <pc:docMk/>
          <pc:sldMk cId="1701759806" sldId="263"/>
        </pc:sldMkLst>
      </pc:sldChg>
      <pc:sldChg chg="del">
        <pc:chgData name="swati basliyal" userId="88e045944b31d36d" providerId="LiveId" clId="{027BFBBC-CAF0-49A0-A830-640B330BA0B6}" dt="2026-09-23T16:43:37.684" v="4558" actId="2696"/>
        <pc:sldMkLst>
          <pc:docMk/>
          <pc:sldMk cId="3097730133" sldId="264"/>
        </pc:sldMkLst>
      </pc:sldChg>
      <pc:sldChg chg="del">
        <pc:chgData name="swati basliyal" userId="88e045944b31d36d" providerId="LiveId" clId="{027BFBBC-CAF0-49A0-A830-640B330BA0B6}" dt="2026-09-23T16:43:40.361" v="4559" actId="2696"/>
        <pc:sldMkLst>
          <pc:docMk/>
          <pc:sldMk cId="235598520" sldId="265"/>
        </pc:sldMkLst>
      </pc:sldChg>
      <pc:sldChg chg="del">
        <pc:chgData name="swati basliyal" userId="88e045944b31d36d" providerId="LiveId" clId="{027BFBBC-CAF0-49A0-A830-640B330BA0B6}" dt="2026-09-24T04:42:39.740" v="4607" actId="2696"/>
        <pc:sldMkLst>
          <pc:docMk/>
          <pc:sldMk cId="3301512391" sldId="266"/>
        </pc:sldMkLst>
      </pc:sldChg>
      <pc:sldChg chg="addSp delSp modSp new mod setBg">
        <pc:chgData name="swati basliyal" userId="88e045944b31d36d" providerId="LiveId" clId="{027BFBBC-CAF0-49A0-A830-640B330BA0B6}" dt="2026-09-23T16:56:25.350" v="4586" actId="20577"/>
        <pc:sldMkLst>
          <pc:docMk/>
          <pc:sldMk cId="3894938670" sldId="268"/>
        </pc:sldMkLst>
        <pc:spChg chg="mod">
          <ac:chgData name="swati basliyal" userId="88e045944b31d36d" providerId="LiveId" clId="{027BFBBC-CAF0-49A0-A830-640B330BA0B6}" dt="2026-09-23T14:55:32.337" v="3396" actId="14100"/>
          <ac:spMkLst>
            <pc:docMk/>
            <pc:sldMk cId="3894938670" sldId="268"/>
            <ac:spMk id="2" creationId="{3F9F39B6-7D13-F96A-1DF1-DE1AEACF9EAC}"/>
          </ac:spMkLst>
        </pc:spChg>
        <pc:spChg chg="mod">
          <ac:chgData name="swati basliyal" userId="88e045944b31d36d" providerId="LiveId" clId="{027BFBBC-CAF0-49A0-A830-640B330BA0B6}" dt="2026-09-23T15:15:58.268" v="3525" actId="14100"/>
          <ac:spMkLst>
            <pc:docMk/>
            <pc:sldMk cId="3894938670" sldId="268"/>
            <ac:spMk id="3" creationId="{11BFC83F-0988-464A-9023-B4E0DAAA8F55}"/>
          </ac:spMkLst>
        </pc:spChg>
        <pc:spChg chg="add del mod">
          <ac:chgData name="swati basliyal" userId="88e045944b31d36d" providerId="LiveId" clId="{027BFBBC-CAF0-49A0-A830-640B330BA0B6}" dt="2026-09-23T15:03:17.142" v="3452" actId="21"/>
          <ac:spMkLst>
            <pc:docMk/>
            <pc:sldMk cId="3894938670" sldId="268"/>
            <ac:spMk id="4" creationId="{89C68D8C-D95B-BC97-87CE-C9E052328655}"/>
          </ac:spMkLst>
        </pc:spChg>
        <pc:spChg chg="add del mod">
          <ac:chgData name="swati basliyal" userId="88e045944b31d36d" providerId="LiveId" clId="{027BFBBC-CAF0-49A0-A830-640B330BA0B6}" dt="2026-09-23T15:04:16.727" v="3469" actId="21"/>
          <ac:spMkLst>
            <pc:docMk/>
            <pc:sldMk cId="3894938670" sldId="268"/>
            <ac:spMk id="5" creationId="{1D61DBB9-CFB7-70FD-FDB8-CE8108A7A311}"/>
          </ac:spMkLst>
        </pc:spChg>
        <pc:spChg chg="add mod">
          <ac:chgData name="swati basliyal" userId="88e045944b31d36d" providerId="LiveId" clId="{027BFBBC-CAF0-49A0-A830-640B330BA0B6}" dt="2026-09-23T16:56:12.401" v="4578" actId="20577"/>
          <ac:spMkLst>
            <pc:docMk/>
            <pc:sldMk cId="3894938670" sldId="268"/>
            <ac:spMk id="6" creationId="{696E0E38-446F-D7BE-03F5-D25112E69419}"/>
          </ac:spMkLst>
        </pc:spChg>
        <pc:spChg chg="add mod">
          <ac:chgData name="swati basliyal" userId="88e045944b31d36d" providerId="LiveId" clId="{027BFBBC-CAF0-49A0-A830-640B330BA0B6}" dt="2026-09-23T15:05:27.499" v="3485" actId="255"/>
          <ac:spMkLst>
            <pc:docMk/>
            <pc:sldMk cId="3894938670" sldId="268"/>
            <ac:spMk id="7" creationId="{7CBBFEAF-4283-583E-FB01-89833BC684E2}"/>
          </ac:spMkLst>
        </pc:spChg>
        <pc:spChg chg="add mod">
          <ac:chgData name="swati basliyal" userId="88e045944b31d36d" providerId="LiveId" clId="{027BFBBC-CAF0-49A0-A830-640B330BA0B6}" dt="2026-09-23T16:56:25.350" v="4586" actId="20577"/>
          <ac:spMkLst>
            <pc:docMk/>
            <pc:sldMk cId="3894938670" sldId="268"/>
            <ac:spMk id="8" creationId="{B1E7B299-348B-6A53-4799-C37837C8D617}"/>
          </ac:spMkLst>
        </pc:spChg>
        <pc:spChg chg="add mod">
          <ac:chgData name="swati basliyal" userId="88e045944b31d36d" providerId="LiveId" clId="{027BFBBC-CAF0-49A0-A830-640B330BA0B6}" dt="2026-09-23T15:07:31.233" v="3505" actId="255"/>
          <ac:spMkLst>
            <pc:docMk/>
            <pc:sldMk cId="3894938670" sldId="268"/>
            <ac:spMk id="9" creationId="{1B6A0249-0E98-E472-10F7-7FCCFE5D62B7}"/>
          </ac:spMkLst>
        </pc:spChg>
      </pc:sldChg>
      <pc:sldChg chg="addSp delSp modSp new mod setBg">
        <pc:chgData name="swati basliyal" userId="88e045944b31d36d" providerId="LiveId" clId="{027BFBBC-CAF0-49A0-A830-640B330BA0B6}" dt="2026-09-23T16:55:58.562" v="4572" actId="20577"/>
        <pc:sldMkLst>
          <pc:docMk/>
          <pc:sldMk cId="383459691" sldId="269"/>
        </pc:sldMkLst>
        <pc:spChg chg="mod">
          <ac:chgData name="swati basliyal" userId="88e045944b31d36d" providerId="LiveId" clId="{027BFBBC-CAF0-49A0-A830-640B330BA0B6}" dt="2026-09-23T15:24:27.558" v="3607" actId="1076"/>
          <ac:spMkLst>
            <pc:docMk/>
            <pc:sldMk cId="383459691" sldId="269"/>
            <ac:spMk id="2" creationId="{4BC8CAC6-BEB6-7B21-2F22-D2764BC3773D}"/>
          </ac:spMkLst>
        </pc:spChg>
        <pc:spChg chg="add del mod">
          <ac:chgData name="swati basliyal" userId="88e045944b31d36d" providerId="LiveId" clId="{027BFBBC-CAF0-49A0-A830-640B330BA0B6}" dt="2026-09-23T15:26:08.909" v="3624" actId="22"/>
          <ac:spMkLst>
            <pc:docMk/>
            <pc:sldMk cId="383459691" sldId="269"/>
            <ac:spMk id="3" creationId="{FF6EE61F-1E8D-02AE-EE2A-B7103FBCEE54}"/>
          </ac:spMkLst>
        </pc:spChg>
        <pc:spChg chg="add mod">
          <ac:chgData name="swati basliyal" userId="88e045944b31d36d" providerId="LiveId" clId="{027BFBBC-CAF0-49A0-A830-640B330BA0B6}" dt="2026-09-23T16:55:53.072" v="4570" actId="20577"/>
          <ac:spMkLst>
            <pc:docMk/>
            <pc:sldMk cId="383459691" sldId="269"/>
            <ac:spMk id="4" creationId="{826468CE-6C10-2345-1F73-9CB7F1299D89}"/>
          </ac:spMkLst>
        </pc:spChg>
        <pc:spChg chg="add mod">
          <ac:chgData name="swati basliyal" userId="88e045944b31d36d" providerId="LiveId" clId="{027BFBBC-CAF0-49A0-A830-640B330BA0B6}" dt="2026-09-23T16:55:55.673" v="4571" actId="20577"/>
          <ac:spMkLst>
            <pc:docMk/>
            <pc:sldMk cId="383459691" sldId="269"/>
            <ac:spMk id="5" creationId="{D6937207-0330-6058-F808-36D1E1E46400}"/>
          </ac:spMkLst>
        </pc:spChg>
        <pc:spChg chg="add mod">
          <ac:chgData name="swati basliyal" userId="88e045944b31d36d" providerId="LiveId" clId="{027BFBBC-CAF0-49A0-A830-640B330BA0B6}" dt="2026-09-23T16:55:40.564" v="4565" actId="20577"/>
          <ac:spMkLst>
            <pc:docMk/>
            <pc:sldMk cId="383459691" sldId="269"/>
            <ac:spMk id="6" creationId="{9A0531E1-0DD1-FDC8-4066-12E93A137E9C}"/>
          </ac:spMkLst>
        </pc:spChg>
        <pc:spChg chg="add mod">
          <ac:chgData name="swati basliyal" userId="88e045944b31d36d" providerId="LiveId" clId="{027BFBBC-CAF0-49A0-A830-640B330BA0B6}" dt="2026-09-23T16:55:58.562" v="4572" actId="20577"/>
          <ac:spMkLst>
            <pc:docMk/>
            <pc:sldMk cId="383459691" sldId="269"/>
            <ac:spMk id="7" creationId="{135D5343-7D62-C3B6-7C42-4EA814444D76}"/>
          </ac:spMkLst>
        </pc:spChg>
        <pc:spChg chg="add del mod">
          <ac:chgData name="swati basliyal" userId="88e045944b31d36d" providerId="LiveId" clId="{027BFBBC-CAF0-49A0-A830-640B330BA0B6}" dt="2026-09-23T15:26:08.909" v="3624" actId="22"/>
          <ac:spMkLst>
            <pc:docMk/>
            <pc:sldMk cId="383459691" sldId="269"/>
            <ac:spMk id="9" creationId="{64D30E59-A223-37DD-0726-7D1E3C1553FC}"/>
          </ac:spMkLst>
        </pc:spChg>
        <pc:spChg chg="add mod">
          <ac:chgData name="swati basliyal" userId="88e045944b31d36d" providerId="LiveId" clId="{027BFBBC-CAF0-49A0-A830-640B330BA0B6}" dt="2026-09-23T16:55:45.380" v="4568" actId="20577"/>
          <ac:spMkLst>
            <pc:docMk/>
            <pc:sldMk cId="383459691" sldId="269"/>
            <ac:spMk id="10" creationId="{631252F2-FE2B-9E96-F116-9BC6DAF3E212}"/>
          </ac:spMkLst>
        </pc:spChg>
        <pc:spChg chg="add mod">
          <ac:chgData name="swati basliyal" userId="88e045944b31d36d" providerId="LiveId" clId="{027BFBBC-CAF0-49A0-A830-640B330BA0B6}" dt="2026-09-23T16:55:48.549" v="4569" actId="20577"/>
          <ac:spMkLst>
            <pc:docMk/>
            <pc:sldMk cId="383459691" sldId="269"/>
            <ac:spMk id="11" creationId="{F8A8CFE1-4104-2D4B-E13E-4324A3722278}"/>
          </ac:spMkLst>
        </pc:spChg>
      </pc:sldChg>
      <pc:sldChg chg="addSp delSp modSp new mod setBg">
        <pc:chgData name="swati basliyal" userId="88e045944b31d36d" providerId="LiveId" clId="{027BFBBC-CAF0-49A0-A830-640B330BA0B6}" dt="2026-09-23T16:56:43" v="4592" actId="20577"/>
        <pc:sldMkLst>
          <pc:docMk/>
          <pc:sldMk cId="3095792521" sldId="270"/>
        </pc:sldMkLst>
        <pc:spChg chg="mod">
          <ac:chgData name="swati basliyal" userId="88e045944b31d36d" providerId="LiveId" clId="{027BFBBC-CAF0-49A0-A830-640B330BA0B6}" dt="2026-09-23T15:49:53.259" v="3969" actId="14100"/>
          <ac:spMkLst>
            <pc:docMk/>
            <pc:sldMk cId="3095792521" sldId="270"/>
            <ac:spMk id="2" creationId="{65C45039-93DC-431A-8AB3-F9B3B2FB65F5}"/>
          </ac:spMkLst>
        </pc:spChg>
        <pc:spChg chg="del mod">
          <ac:chgData name="swati basliyal" userId="88e045944b31d36d" providerId="LiveId" clId="{027BFBBC-CAF0-49A0-A830-640B330BA0B6}" dt="2026-09-23T15:46:27.060" v="3934" actId="12084"/>
          <ac:spMkLst>
            <pc:docMk/>
            <pc:sldMk cId="3095792521" sldId="270"/>
            <ac:spMk id="3" creationId="{B09EFD4D-1A99-6CAB-26F6-EA4E704910BE}"/>
          </ac:spMkLst>
        </pc:spChg>
        <pc:spChg chg="add mod">
          <ac:chgData name="swati basliyal" userId="88e045944b31d36d" providerId="LiveId" clId="{027BFBBC-CAF0-49A0-A830-640B330BA0B6}" dt="2026-09-23T16:56:43" v="4592" actId="20577"/>
          <ac:spMkLst>
            <pc:docMk/>
            <pc:sldMk cId="3095792521" sldId="270"/>
            <ac:spMk id="5" creationId="{86E2FDEF-4896-D244-0001-A84920737394}"/>
          </ac:spMkLst>
        </pc:spChg>
        <pc:graphicFrameChg chg="add mod modGraphic">
          <ac:chgData name="swati basliyal" userId="88e045944b31d36d" providerId="LiveId" clId="{027BFBBC-CAF0-49A0-A830-640B330BA0B6}" dt="2026-09-23T16:56:35.321" v="4590" actId="20577"/>
          <ac:graphicFrameMkLst>
            <pc:docMk/>
            <pc:sldMk cId="3095792521" sldId="270"/>
            <ac:graphicFrameMk id="4" creationId="{E703CE9F-F4F7-FE05-D5F9-47BB5A4B608B}"/>
          </ac:graphicFrameMkLst>
        </pc:graphicFrameChg>
      </pc:sldChg>
      <pc:sldChg chg="addSp modSp new mod setBg">
        <pc:chgData name="swati basliyal" userId="88e045944b31d36d" providerId="LiveId" clId="{027BFBBC-CAF0-49A0-A830-640B330BA0B6}" dt="2026-09-23T16:56:49.655" v="4594" actId="20577"/>
        <pc:sldMkLst>
          <pc:docMk/>
          <pc:sldMk cId="1102974667" sldId="271"/>
        </pc:sldMkLst>
        <pc:spChg chg="mod">
          <ac:chgData name="swati basliyal" userId="88e045944b31d36d" providerId="LiveId" clId="{027BFBBC-CAF0-49A0-A830-640B330BA0B6}" dt="2026-09-23T15:58:41.725" v="4045" actId="1076"/>
          <ac:spMkLst>
            <pc:docMk/>
            <pc:sldMk cId="1102974667" sldId="271"/>
            <ac:spMk id="2" creationId="{5AAAED7A-9742-E190-6C01-405D11E397C3}"/>
          </ac:spMkLst>
        </pc:spChg>
        <pc:spChg chg="mod">
          <ac:chgData name="swati basliyal" userId="88e045944b31d36d" providerId="LiveId" clId="{027BFBBC-CAF0-49A0-A830-640B330BA0B6}" dt="2026-09-23T15:58:47.696" v="4049" actId="27636"/>
          <ac:spMkLst>
            <pc:docMk/>
            <pc:sldMk cId="1102974667" sldId="271"/>
            <ac:spMk id="3" creationId="{A74BD5FE-339B-F04D-79C0-E1EFC167A1F6}"/>
          </ac:spMkLst>
        </pc:spChg>
        <pc:spChg chg="add mod">
          <ac:chgData name="swati basliyal" userId="88e045944b31d36d" providerId="LiveId" clId="{027BFBBC-CAF0-49A0-A830-640B330BA0B6}" dt="2026-09-23T16:56:49.655" v="4594" actId="20577"/>
          <ac:spMkLst>
            <pc:docMk/>
            <pc:sldMk cId="1102974667" sldId="271"/>
            <ac:spMk id="4" creationId="{1CA82E70-F281-2067-22D8-8FE6506786EA}"/>
          </ac:spMkLst>
        </pc:spChg>
      </pc:sldChg>
      <pc:sldChg chg="addSp modSp new mod setBg">
        <pc:chgData name="swati basliyal" userId="88e045944b31d36d" providerId="LiveId" clId="{027BFBBC-CAF0-49A0-A830-640B330BA0B6}" dt="2026-09-24T03:51:13.836" v="4606" actId="20577"/>
        <pc:sldMkLst>
          <pc:docMk/>
          <pc:sldMk cId="1446317935" sldId="272"/>
        </pc:sldMkLst>
        <pc:spChg chg="mod">
          <ac:chgData name="swati basliyal" userId="88e045944b31d36d" providerId="LiveId" clId="{027BFBBC-CAF0-49A0-A830-640B330BA0B6}" dt="2026-09-23T16:02:59.159" v="4104" actId="14100"/>
          <ac:spMkLst>
            <pc:docMk/>
            <pc:sldMk cId="1446317935" sldId="272"/>
            <ac:spMk id="2" creationId="{C89D99CE-2968-A027-2CDF-AB169E0A1F58}"/>
          </ac:spMkLst>
        </pc:spChg>
        <pc:spChg chg="mod">
          <ac:chgData name="swati basliyal" userId="88e045944b31d36d" providerId="LiveId" clId="{027BFBBC-CAF0-49A0-A830-640B330BA0B6}" dt="2026-09-24T03:51:13.836" v="4606" actId="20577"/>
          <ac:spMkLst>
            <pc:docMk/>
            <pc:sldMk cId="1446317935" sldId="272"/>
            <ac:spMk id="3" creationId="{11FA94E1-BC70-D142-C455-84758D071600}"/>
          </ac:spMkLst>
        </pc:spChg>
        <pc:spChg chg="add mod">
          <ac:chgData name="swati basliyal" userId="88e045944b31d36d" providerId="LiveId" clId="{027BFBBC-CAF0-49A0-A830-640B330BA0B6}" dt="2026-09-24T03:51:09.874" v="4602" actId="20577"/>
          <ac:spMkLst>
            <pc:docMk/>
            <pc:sldMk cId="1446317935" sldId="272"/>
            <ac:spMk id="5" creationId="{D949AE3E-9E58-CC7C-6D14-80848AB7FFB1}"/>
          </ac:spMkLst>
        </pc:spChg>
        <pc:spChg chg="add mod">
          <ac:chgData name="swati basliyal" userId="88e045944b31d36d" providerId="LiveId" clId="{027BFBBC-CAF0-49A0-A830-640B330BA0B6}" dt="2026-09-23T16:13:22.734" v="4163" actId="113"/>
          <ac:spMkLst>
            <pc:docMk/>
            <pc:sldMk cId="1446317935" sldId="272"/>
            <ac:spMk id="7" creationId="{588D795E-2793-7481-9320-F3FEB9C06E03}"/>
          </ac:spMkLst>
        </pc:spChg>
      </pc:sldChg>
      <pc:sldChg chg="addSp modSp new del mod setBg">
        <pc:chgData name="swati basliyal" userId="88e045944b31d36d" providerId="LiveId" clId="{027BFBBC-CAF0-49A0-A830-640B330BA0B6}" dt="2026-09-23T16:39:09.254" v="4551" actId="2696"/>
        <pc:sldMkLst>
          <pc:docMk/>
          <pc:sldMk cId="736343042" sldId="273"/>
        </pc:sldMkLst>
        <pc:spChg chg="mod">
          <ac:chgData name="swati basliyal" userId="88e045944b31d36d" providerId="LiveId" clId="{027BFBBC-CAF0-49A0-A830-640B330BA0B6}" dt="2026-09-23T16:35:56.041" v="4545" actId="1076"/>
          <ac:spMkLst>
            <pc:docMk/>
            <pc:sldMk cId="736343042" sldId="273"/>
            <ac:spMk id="2" creationId="{9C9111DB-6041-F8C0-FB07-56EF72C151B9}"/>
          </ac:spMkLst>
        </pc:spChg>
        <pc:spChg chg="mod">
          <ac:chgData name="swati basliyal" userId="88e045944b31d36d" providerId="LiveId" clId="{027BFBBC-CAF0-49A0-A830-640B330BA0B6}" dt="2026-09-23T16:38:44.591" v="4548" actId="20577"/>
          <ac:spMkLst>
            <pc:docMk/>
            <pc:sldMk cId="736343042" sldId="273"/>
            <ac:spMk id="3" creationId="{D5C9438B-C4C9-4790-4228-A2AC43EA3C44}"/>
          </ac:spMkLst>
        </pc:spChg>
        <pc:picChg chg="add mod">
          <ac:chgData name="swati basliyal" userId="88e045944b31d36d" providerId="LiveId" clId="{027BFBBC-CAF0-49A0-A830-640B330BA0B6}" dt="2026-09-23T16:39:02.231" v="4550" actId="14100"/>
          <ac:picMkLst>
            <pc:docMk/>
            <pc:sldMk cId="736343042" sldId="273"/>
            <ac:picMk id="5" creationId="{09D7DE03-5C80-4468-F078-034B5435039F}"/>
          </ac:picMkLst>
        </pc:picChg>
      </pc:sldChg>
      <pc:sldChg chg="addSp modSp new mod">
        <pc:chgData name="swati basliyal" userId="88e045944b31d36d" providerId="LiveId" clId="{027BFBBC-CAF0-49A0-A830-640B330BA0B6}" dt="2026-09-23T16:39:30.877" v="4555" actId="14100"/>
        <pc:sldMkLst>
          <pc:docMk/>
          <pc:sldMk cId="3332919813" sldId="273"/>
        </pc:sldMkLst>
        <pc:picChg chg="add mod">
          <ac:chgData name="swati basliyal" userId="88e045944b31d36d" providerId="LiveId" clId="{027BFBBC-CAF0-49A0-A830-640B330BA0B6}" dt="2026-09-23T16:39:30.877" v="4555" actId="14100"/>
          <ac:picMkLst>
            <pc:docMk/>
            <pc:sldMk cId="3332919813" sldId="273"/>
            <ac:picMk id="3" creationId="{AFE6510D-9E30-8C8D-71DC-5C94A191174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3B1021-787E-46D1-A69E-1FA4CFEEE5D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55F25E-1EDE-46CB-9FD4-7B2BD5E884A2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1. Rainfall-Based Approaches</a:t>
          </a:r>
        </a:p>
      </dgm:t>
    </dgm:pt>
    <dgm:pt modelId="{C7ACCD20-35D4-46CB-BD2C-950CDEFCFD62}" type="parTrans" cxnId="{03AE489E-4138-4EE9-87E2-6DCD11BB7036}">
      <dgm:prSet/>
      <dgm:spPr/>
      <dgm:t>
        <a:bodyPr/>
        <a:lstStyle/>
        <a:p>
          <a:endParaRPr lang="en-IN"/>
        </a:p>
      </dgm:t>
    </dgm:pt>
    <dgm:pt modelId="{1F0F87C1-8B63-4066-AB25-860F59C5ED03}" type="sibTrans" cxnId="{03AE489E-4138-4EE9-87E2-6DCD11BB7036}">
      <dgm:prSet/>
      <dgm:spPr/>
      <dgm:t>
        <a:bodyPr/>
        <a:lstStyle/>
        <a:p>
          <a:endParaRPr lang="en-IN"/>
        </a:p>
      </dgm:t>
    </dgm:pt>
    <dgm:pt modelId="{58A79F2D-E236-4866-8710-632EE8CD9CEA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Use rainfall and weather observations to estimate flood conditions.</a:t>
          </a:r>
        </a:p>
      </dgm:t>
    </dgm:pt>
    <dgm:pt modelId="{97C0FDB1-00F2-4D6C-8E48-2E27A350B9A7}" type="parTrans" cxnId="{95377EF6-BBB1-4126-988D-9E11346D8024}">
      <dgm:prSet/>
      <dgm:spPr/>
      <dgm:t>
        <a:bodyPr/>
        <a:lstStyle/>
        <a:p>
          <a:endParaRPr lang="en-IN"/>
        </a:p>
      </dgm:t>
    </dgm:pt>
    <dgm:pt modelId="{CC2EF370-4F1B-4FB3-A22A-D8F17D9EBB55}" type="sibTrans" cxnId="{95377EF6-BBB1-4126-988D-9E11346D8024}">
      <dgm:prSet/>
      <dgm:spPr/>
      <dgm:t>
        <a:bodyPr/>
        <a:lstStyle/>
        <a:p>
          <a:endParaRPr lang="en-IN"/>
        </a:p>
      </dgm:t>
    </dgm:pt>
    <dgm:pt modelId="{22A392C6-17BF-4C71-B1AC-FDC5A0268BC7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2. Water-Level / Flood Prediction</a:t>
          </a:r>
        </a:p>
      </dgm:t>
    </dgm:pt>
    <dgm:pt modelId="{11485F91-100E-42BB-8CE7-6E0760DBED70}" type="parTrans" cxnId="{B62005BD-D696-4304-9F46-116DDEFEBF2F}">
      <dgm:prSet/>
      <dgm:spPr/>
      <dgm:t>
        <a:bodyPr/>
        <a:lstStyle/>
        <a:p>
          <a:endParaRPr lang="en-IN"/>
        </a:p>
      </dgm:t>
    </dgm:pt>
    <dgm:pt modelId="{B091F265-FBA1-4F7E-9BD0-41955DE0150E}" type="sibTrans" cxnId="{B62005BD-D696-4304-9F46-116DDEFEBF2F}">
      <dgm:prSet/>
      <dgm:spPr/>
      <dgm:t>
        <a:bodyPr/>
        <a:lstStyle/>
        <a:p>
          <a:endParaRPr lang="en-IN"/>
        </a:p>
      </dgm:t>
    </dgm:pt>
    <dgm:pt modelId="{2CA43FE7-7718-4CAB-8C51-837F804D2CD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Predict future water levels or directly classify flood occurrence.</a:t>
          </a:r>
        </a:p>
      </dgm:t>
    </dgm:pt>
    <dgm:pt modelId="{854ED9D5-6F71-44B0-9694-A26C9C157DAA}" type="parTrans" cxnId="{781081F3-C21F-424E-BC7C-F8A5B647BDD8}">
      <dgm:prSet/>
      <dgm:spPr/>
      <dgm:t>
        <a:bodyPr/>
        <a:lstStyle/>
        <a:p>
          <a:endParaRPr lang="en-IN"/>
        </a:p>
      </dgm:t>
    </dgm:pt>
    <dgm:pt modelId="{DAB9A2E3-5892-49ED-9839-C915B553C599}" type="sibTrans" cxnId="{781081F3-C21F-424E-BC7C-F8A5B647BDD8}">
      <dgm:prSet/>
      <dgm:spPr/>
      <dgm:t>
        <a:bodyPr/>
        <a:lstStyle/>
        <a:p>
          <a:endParaRPr lang="en-IN"/>
        </a:p>
      </dgm:t>
    </dgm:pt>
    <dgm:pt modelId="{9F7ED906-7AEC-4C26-AF9A-8EFF36FA1EF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Limitation: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A direct flood output may not explain how the flood develops.</a:t>
          </a:r>
        </a:p>
      </dgm:t>
    </dgm:pt>
    <dgm:pt modelId="{08C0B78C-4EBA-4E3B-8D78-D807178AE57B}" type="parTrans" cxnId="{0FC81093-B2BA-4825-9AE3-3FB2DB52FED8}">
      <dgm:prSet/>
      <dgm:spPr/>
      <dgm:t>
        <a:bodyPr/>
        <a:lstStyle/>
        <a:p>
          <a:endParaRPr lang="en-IN"/>
        </a:p>
      </dgm:t>
    </dgm:pt>
    <dgm:pt modelId="{76AF41F1-C4B5-467A-B63A-386C19144F57}" type="sibTrans" cxnId="{0FC81093-B2BA-4825-9AE3-3FB2DB52FED8}">
      <dgm:prSet/>
      <dgm:spPr/>
      <dgm:t>
        <a:bodyPr/>
        <a:lstStyle/>
        <a:p>
          <a:endParaRPr lang="en-IN"/>
        </a:p>
      </dgm:t>
    </dgm:pt>
    <dgm:pt modelId="{CC642F64-396E-4B62-9A5B-89EE571B9704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3. Flood Inundation / Risk Models</a:t>
          </a:r>
        </a:p>
      </dgm:t>
    </dgm:pt>
    <dgm:pt modelId="{6A94F663-8094-48C2-BC34-CB2E0278DE1F}" type="parTrans" cxnId="{F64409E7-295C-4FE1-B704-A14DE7B10DB4}">
      <dgm:prSet/>
      <dgm:spPr/>
      <dgm:t>
        <a:bodyPr/>
        <a:lstStyle/>
        <a:p>
          <a:endParaRPr lang="en-IN"/>
        </a:p>
      </dgm:t>
    </dgm:pt>
    <dgm:pt modelId="{9051B38C-1EA8-4D24-9724-B27B0482BE09}" type="sibTrans" cxnId="{F64409E7-295C-4FE1-B704-A14DE7B10DB4}">
      <dgm:prSet/>
      <dgm:spPr/>
      <dgm:t>
        <a:bodyPr/>
        <a:lstStyle/>
        <a:p>
          <a:endParaRPr lang="en-IN"/>
        </a:p>
      </dgm:t>
    </dgm:pt>
    <dgm:pt modelId="{5F0B7AC4-9CE3-439B-8BE7-997BCB74BBA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Analyse flood depth, extent, flow, or affected areas.</a:t>
          </a:r>
        </a:p>
      </dgm:t>
    </dgm:pt>
    <dgm:pt modelId="{6552821B-3F10-4061-B162-9A6165EA1770}" type="parTrans" cxnId="{BBCD1F82-0897-4727-B30B-1EC7866432FF}">
      <dgm:prSet/>
      <dgm:spPr/>
      <dgm:t>
        <a:bodyPr/>
        <a:lstStyle/>
        <a:p>
          <a:endParaRPr lang="en-IN"/>
        </a:p>
      </dgm:t>
    </dgm:pt>
    <dgm:pt modelId="{B133DE61-4726-4F26-9914-315C007ACC99}" type="sibTrans" cxnId="{BBCD1F82-0897-4727-B30B-1EC7866432FF}">
      <dgm:prSet/>
      <dgm:spPr/>
      <dgm:t>
        <a:bodyPr/>
        <a:lstStyle/>
        <a:p>
          <a:endParaRPr lang="en-IN"/>
        </a:p>
      </dgm:t>
    </dgm:pt>
    <dgm:pt modelId="{11987A49-8374-4867-9EC6-BDFA8441F55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Limitation: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Often requires detailed hydrological, terrain, or spatial information. </a:t>
          </a:r>
        </a:p>
      </dgm:t>
    </dgm:pt>
    <dgm:pt modelId="{5881A73F-E32C-461D-9886-DBE89050808B}" type="parTrans" cxnId="{51658249-F568-46D0-BC4E-85603BE02020}">
      <dgm:prSet/>
      <dgm:spPr/>
      <dgm:t>
        <a:bodyPr/>
        <a:lstStyle/>
        <a:p>
          <a:endParaRPr lang="en-IN"/>
        </a:p>
      </dgm:t>
    </dgm:pt>
    <dgm:pt modelId="{A2032E23-0943-45B7-9D95-A47F0064BFAC}" type="sibTrans" cxnId="{51658249-F568-46D0-BC4E-85603BE02020}">
      <dgm:prSet/>
      <dgm:spPr/>
      <dgm:t>
        <a:bodyPr/>
        <a:lstStyle/>
        <a:p>
          <a:endParaRPr lang="en-IN"/>
        </a:p>
      </dgm:t>
    </dgm:pt>
    <dgm:pt modelId="{823C23C9-6D5E-49C3-8A02-AD291C0C86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Limitation: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Rainfall alone does not fully represent the resulting water-level changes.</a:t>
          </a:r>
        </a:p>
      </dgm:t>
    </dgm:pt>
    <dgm:pt modelId="{DE350FB4-6FF0-418F-820B-CDEA533B5C9C}" type="parTrans" cxnId="{0588AF23-3E4F-4F6A-B2B0-E00F935E02AF}">
      <dgm:prSet/>
      <dgm:spPr/>
      <dgm:t>
        <a:bodyPr/>
        <a:lstStyle/>
        <a:p>
          <a:endParaRPr lang="en-IN"/>
        </a:p>
      </dgm:t>
    </dgm:pt>
    <dgm:pt modelId="{01E6ABDC-C37D-4FCC-B25E-FCB343EFDD74}" type="sibTrans" cxnId="{0588AF23-3E4F-4F6A-B2B0-E00F935E02AF}">
      <dgm:prSet/>
      <dgm:spPr/>
      <dgm:t>
        <a:bodyPr/>
        <a:lstStyle/>
        <a:p>
          <a:endParaRPr lang="en-IN"/>
        </a:p>
      </dgm:t>
    </dgm:pt>
    <dgm:pt modelId="{9268A7FC-E3E5-461B-81DE-763CA805097B}" type="pres">
      <dgm:prSet presAssocID="{F43B1021-787E-46D1-A69E-1FA4CFEEE5DD}" presName="Name0" presStyleCnt="0">
        <dgm:presLayoutVars>
          <dgm:dir/>
          <dgm:animLvl val="lvl"/>
          <dgm:resizeHandles val="exact"/>
        </dgm:presLayoutVars>
      </dgm:prSet>
      <dgm:spPr/>
    </dgm:pt>
    <dgm:pt modelId="{F6BF16FD-E7DE-4761-AF9D-E1F9F937A056}" type="pres">
      <dgm:prSet presAssocID="{7355F25E-1EDE-46CB-9FD4-7B2BD5E884A2}" presName="composite" presStyleCnt="0"/>
      <dgm:spPr/>
    </dgm:pt>
    <dgm:pt modelId="{CB9DCDC3-7013-477B-9EC7-C6F43AA72D04}" type="pres">
      <dgm:prSet presAssocID="{7355F25E-1EDE-46CB-9FD4-7B2BD5E884A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C058C61-6A53-42AE-9FCB-AF70181E4505}" type="pres">
      <dgm:prSet presAssocID="{7355F25E-1EDE-46CB-9FD4-7B2BD5E884A2}" presName="desTx" presStyleLbl="alignAccFollowNode1" presStyleIdx="0" presStyleCnt="3">
        <dgm:presLayoutVars>
          <dgm:bulletEnabled val="1"/>
        </dgm:presLayoutVars>
      </dgm:prSet>
      <dgm:spPr/>
    </dgm:pt>
    <dgm:pt modelId="{7F240312-62FD-4B35-BAAF-E1426A7686FA}" type="pres">
      <dgm:prSet presAssocID="{1F0F87C1-8B63-4066-AB25-860F59C5ED03}" presName="space" presStyleCnt="0"/>
      <dgm:spPr/>
    </dgm:pt>
    <dgm:pt modelId="{D23923DF-BFA7-4CE7-8B32-C98C888CBDDC}" type="pres">
      <dgm:prSet presAssocID="{22A392C6-17BF-4C71-B1AC-FDC5A0268BC7}" presName="composite" presStyleCnt="0"/>
      <dgm:spPr/>
    </dgm:pt>
    <dgm:pt modelId="{1CDFD9B2-F1B0-4F66-BD8E-2E71DF32C07F}" type="pres">
      <dgm:prSet presAssocID="{22A392C6-17BF-4C71-B1AC-FDC5A0268BC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D208A68-F4C7-4E53-8A05-DC9E8FF0B8E6}" type="pres">
      <dgm:prSet presAssocID="{22A392C6-17BF-4C71-B1AC-FDC5A0268BC7}" presName="desTx" presStyleLbl="alignAccFollowNode1" presStyleIdx="1" presStyleCnt="3">
        <dgm:presLayoutVars>
          <dgm:bulletEnabled val="1"/>
        </dgm:presLayoutVars>
      </dgm:prSet>
      <dgm:spPr/>
    </dgm:pt>
    <dgm:pt modelId="{E9CFEA1E-11E2-454B-A874-DCE8B8D360BB}" type="pres">
      <dgm:prSet presAssocID="{B091F265-FBA1-4F7E-9BD0-41955DE0150E}" presName="space" presStyleCnt="0"/>
      <dgm:spPr/>
    </dgm:pt>
    <dgm:pt modelId="{BC43DE20-EB26-4D22-B7C4-61BFAF928E9B}" type="pres">
      <dgm:prSet presAssocID="{CC642F64-396E-4B62-9A5B-89EE571B9704}" presName="composite" presStyleCnt="0"/>
      <dgm:spPr/>
    </dgm:pt>
    <dgm:pt modelId="{4A9DAC1B-3D85-468D-B418-1E98F01B096B}" type="pres">
      <dgm:prSet presAssocID="{CC642F64-396E-4B62-9A5B-89EE571B970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D87EC77-893E-4E68-A4EC-F12C95A7F4A5}" type="pres">
      <dgm:prSet presAssocID="{CC642F64-396E-4B62-9A5B-89EE571B970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42C5416-D8FE-4BF2-B19C-9806065FC2F4}" type="presOf" srcId="{58A79F2D-E236-4866-8710-632EE8CD9CEA}" destId="{5C058C61-6A53-42AE-9FCB-AF70181E4505}" srcOrd="0" destOrd="0" presId="urn:microsoft.com/office/officeart/2005/8/layout/hList1"/>
    <dgm:cxn modelId="{0588AF23-3E4F-4F6A-B2B0-E00F935E02AF}" srcId="{7355F25E-1EDE-46CB-9FD4-7B2BD5E884A2}" destId="{823C23C9-6D5E-49C3-8A02-AD291C0C86AB}" srcOrd="1" destOrd="0" parTransId="{DE350FB4-6FF0-418F-820B-CDEA533B5C9C}" sibTransId="{01E6ABDC-C37D-4FCC-B25E-FCB343EFDD74}"/>
    <dgm:cxn modelId="{E048AB34-C7AC-47ED-97B7-83FAE3BA5667}" type="presOf" srcId="{22A392C6-17BF-4C71-B1AC-FDC5A0268BC7}" destId="{1CDFD9B2-F1B0-4F66-BD8E-2E71DF32C07F}" srcOrd="0" destOrd="0" presId="urn:microsoft.com/office/officeart/2005/8/layout/hList1"/>
    <dgm:cxn modelId="{4810A93B-E992-4BE1-A69A-18E383E82A27}" type="presOf" srcId="{F43B1021-787E-46D1-A69E-1FA4CFEEE5DD}" destId="{9268A7FC-E3E5-461B-81DE-763CA805097B}" srcOrd="0" destOrd="0" presId="urn:microsoft.com/office/officeart/2005/8/layout/hList1"/>
    <dgm:cxn modelId="{51658249-F568-46D0-BC4E-85603BE02020}" srcId="{CC642F64-396E-4B62-9A5B-89EE571B9704}" destId="{11987A49-8374-4867-9EC6-BDFA8441F55D}" srcOrd="1" destOrd="0" parTransId="{5881A73F-E32C-461D-9886-DBE89050808B}" sibTransId="{A2032E23-0943-45B7-9D95-A47F0064BFAC}"/>
    <dgm:cxn modelId="{E2B7516A-D73F-4CDC-BB5F-BF61D28CC1FD}" type="presOf" srcId="{9F7ED906-7AEC-4C26-AF9A-8EFF36FA1EF6}" destId="{7D208A68-F4C7-4E53-8A05-DC9E8FF0B8E6}" srcOrd="0" destOrd="1" presId="urn:microsoft.com/office/officeart/2005/8/layout/hList1"/>
    <dgm:cxn modelId="{76BB5B59-03A2-425B-95B9-15C5EB734EFD}" type="presOf" srcId="{7355F25E-1EDE-46CB-9FD4-7B2BD5E884A2}" destId="{CB9DCDC3-7013-477B-9EC7-C6F43AA72D04}" srcOrd="0" destOrd="0" presId="urn:microsoft.com/office/officeart/2005/8/layout/hList1"/>
    <dgm:cxn modelId="{BBCD1F82-0897-4727-B30B-1EC7866432FF}" srcId="{CC642F64-396E-4B62-9A5B-89EE571B9704}" destId="{5F0B7AC4-9CE3-439B-8BE7-997BCB74BBA9}" srcOrd="0" destOrd="0" parTransId="{6552821B-3F10-4061-B162-9A6165EA1770}" sibTransId="{B133DE61-4726-4F26-9914-315C007ACC99}"/>
    <dgm:cxn modelId="{0FC81093-B2BA-4825-9AE3-3FB2DB52FED8}" srcId="{22A392C6-17BF-4C71-B1AC-FDC5A0268BC7}" destId="{9F7ED906-7AEC-4C26-AF9A-8EFF36FA1EF6}" srcOrd="1" destOrd="0" parTransId="{08C0B78C-4EBA-4E3B-8D78-D807178AE57B}" sibTransId="{76AF41F1-C4B5-467A-B63A-386C19144F57}"/>
    <dgm:cxn modelId="{CBBC9195-C079-4F3D-BB09-ECD997F7DBA0}" type="presOf" srcId="{11987A49-8374-4867-9EC6-BDFA8441F55D}" destId="{BD87EC77-893E-4E68-A4EC-F12C95A7F4A5}" srcOrd="0" destOrd="1" presId="urn:microsoft.com/office/officeart/2005/8/layout/hList1"/>
    <dgm:cxn modelId="{03AE489E-4138-4EE9-87E2-6DCD11BB7036}" srcId="{F43B1021-787E-46D1-A69E-1FA4CFEEE5DD}" destId="{7355F25E-1EDE-46CB-9FD4-7B2BD5E884A2}" srcOrd="0" destOrd="0" parTransId="{C7ACCD20-35D4-46CB-BD2C-950CDEFCFD62}" sibTransId="{1F0F87C1-8B63-4066-AB25-860F59C5ED03}"/>
    <dgm:cxn modelId="{818D7FBC-C2D3-4D1E-AF82-C310955C8D53}" type="presOf" srcId="{823C23C9-6D5E-49C3-8A02-AD291C0C86AB}" destId="{5C058C61-6A53-42AE-9FCB-AF70181E4505}" srcOrd="0" destOrd="1" presId="urn:microsoft.com/office/officeart/2005/8/layout/hList1"/>
    <dgm:cxn modelId="{B62005BD-D696-4304-9F46-116DDEFEBF2F}" srcId="{F43B1021-787E-46D1-A69E-1FA4CFEEE5DD}" destId="{22A392C6-17BF-4C71-B1AC-FDC5A0268BC7}" srcOrd="1" destOrd="0" parTransId="{11485F91-100E-42BB-8CE7-6E0760DBED70}" sibTransId="{B091F265-FBA1-4F7E-9BD0-41955DE0150E}"/>
    <dgm:cxn modelId="{FBD416BD-AFAE-4544-95F6-37D6E1DC86BC}" type="presOf" srcId="{2CA43FE7-7718-4CAB-8C51-837F804D2CDF}" destId="{7D208A68-F4C7-4E53-8A05-DC9E8FF0B8E6}" srcOrd="0" destOrd="0" presId="urn:microsoft.com/office/officeart/2005/8/layout/hList1"/>
    <dgm:cxn modelId="{80CFB3C5-4000-44C1-8B98-2C8AEDB57F85}" type="presOf" srcId="{CC642F64-396E-4B62-9A5B-89EE571B9704}" destId="{4A9DAC1B-3D85-468D-B418-1E98F01B096B}" srcOrd="0" destOrd="0" presId="urn:microsoft.com/office/officeart/2005/8/layout/hList1"/>
    <dgm:cxn modelId="{35EAF9D6-8052-4406-8273-4A2BB90E2446}" type="presOf" srcId="{5F0B7AC4-9CE3-439B-8BE7-997BCB74BBA9}" destId="{BD87EC77-893E-4E68-A4EC-F12C95A7F4A5}" srcOrd="0" destOrd="0" presId="urn:microsoft.com/office/officeart/2005/8/layout/hList1"/>
    <dgm:cxn modelId="{F64409E7-295C-4FE1-B704-A14DE7B10DB4}" srcId="{F43B1021-787E-46D1-A69E-1FA4CFEEE5DD}" destId="{CC642F64-396E-4B62-9A5B-89EE571B9704}" srcOrd="2" destOrd="0" parTransId="{6A94F663-8094-48C2-BC34-CB2E0278DE1F}" sibTransId="{9051B38C-1EA8-4D24-9724-B27B0482BE09}"/>
    <dgm:cxn modelId="{781081F3-C21F-424E-BC7C-F8A5B647BDD8}" srcId="{22A392C6-17BF-4C71-B1AC-FDC5A0268BC7}" destId="{2CA43FE7-7718-4CAB-8C51-837F804D2CDF}" srcOrd="0" destOrd="0" parTransId="{854ED9D5-6F71-44B0-9694-A26C9C157DAA}" sibTransId="{DAB9A2E3-5892-49ED-9839-C915B553C599}"/>
    <dgm:cxn modelId="{95377EF6-BBB1-4126-988D-9E11346D8024}" srcId="{7355F25E-1EDE-46CB-9FD4-7B2BD5E884A2}" destId="{58A79F2D-E236-4866-8710-632EE8CD9CEA}" srcOrd="0" destOrd="0" parTransId="{97C0FDB1-00F2-4D6C-8E48-2E27A350B9A7}" sibTransId="{CC2EF370-4F1B-4FB3-A22A-D8F17D9EBB55}"/>
    <dgm:cxn modelId="{FEF55EF9-2F1D-48E7-B62E-FE77AE3F5F24}" type="presParOf" srcId="{9268A7FC-E3E5-461B-81DE-763CA805097B}" destId="{F6BF16FD-E7DE-4761-AF9D-E1F9F937A056}" srcOrd="0" destOrd="0" presId="urn:microsoft.com/office/officeart/2005/8/layout/hList1"/>
    <dgm:cxn modelId="{2650BFB0-8AF0-463A-A709-9A28503AF3B1}" type="presParOf" srcId="{F6BF16FD-E7DE-4761-AF9D-E1F9F937A056}" destId="{CB9DCDC3-7013-477B-9EC7-C6F43AA72D04}" srcOrd="0" destOrd="0" presId="urn:microsoft.com/office/officeart/2005/8/layout/hList1"/>
    <dgm:cxn modelId="{6F6A71A9-4A9A-44C8-ABF1-9E8D4A800487}" type="presParOf" srcId="{F6BF16FD-E7DE-4761-AF9D-E1F9F937A056}" destId="{5C058C61-6A53-42AE-9FCB-AF70181E4505}" srcOrd="1" destOrd="0" presId="urn:microsoft.com/office/officeart/2005/8/layout/hList1"/>
    <dgm:cxn modelId="{0D252CEE-E883-4217-8824-8FDD9181E504}" type="presParOf" srcId="{9268A7FC-E3E5-461B-81DE-763CA805097B}" destId="{7F240312-62FD-4B35-BAAF-E1426A7686FA}" srcOrd="1" destOrd="0" presId="urn:microsoft.com/office/officeart/2005/8/layout/hList1"/>
    <dgm:cxn modelId="{AF23B966-C2E9-47EF-B245-7A76A0002E80}" type="presParOf" srcId="{9268A7FC-E3E5-461B-81DE-763CA805097B}" destId="{D23923DF-BFA7-4CE7-8B32-C98C888CBDDC}" srcOrd="2" destOrd="0" presId="urn:microsoft.com/office/officeart/2005/8/layout/hList1"/>
    <dgm:cxn modelId="{98A4F347-92F9-4D5B-A6D0-935A76C4D2C9}" type="presParOf" srcId="{D23923DF-BFA7-4CE7-8B32-C98C888CBDDC}" destId="{1CDFD9B2-F1B0-4F66-BD8E-2E71DF32C07F}" srcOrd="0" destOrd="0" presId="urn:microsoft.com/office/officeart/2005/8/layout/hList1"/>
    <dgm:cxn modelId="{1D8963D3-7C80-4142-B1BC-DD264624600F}" type="presParOf" srcId="{D23923DF-BFA7-4CE7-8B32-C98C888CBDDC}" destId="{7D208A68-F4C7-4E53-8A05-DC9E8FF0B8E6}" srcOrd="1" destOrd="0" presId="urn:microsoft.com/office/officeart/2005/8/layout/hList1"/>
    <dgm:cxn modelId="{33606E61-B994-4759-A471-1A958CDD877F}" type="presParOf" srcId="{9268A7FC-E3E5-461B-81DE-763CA805097B}" destId="{E9CFEA1E-11E2-454B-A874-DCE8B8D360BB}" srcOrd="3" destOrd="0" presId="urn:microsoft.com/office/officeart/2005/8/layout/hList1"/>
    <dgm:cxn modelId="{EF1C0808-7227-4A64-AA57-3B09F31402A5}" type="presParOf" srcId="{9268A7FC-E3E5-461B-81DE-763CA805097B}" destId="{BC43DE20-EB26-4D22-B7C4-61BFAF928E9B}" srcOrd="4" destOrd="0" presId="urn:microsoft.com/office/officeart/2005/8/layout/hList1"/>
    <dgm:cxn modelId="{33CA8852-8815-4BD4-BBC1-30A40130C6F0}" type="presParOf" srcId="{BC43DE20-EB26-4D22-B7C4-61BFAF928E9B}" destId="{4A9DAC1B-3D85-468D-B418-1E98F01B096B}" srcOrd="0" destOrd="0" presId="urn:microsoft.com/office/officeart/2005/8/layout/hList1"/>
    <dgm:cxn modelId="{9E2BCABC-C5E7-4D64-BEB0-7A628F331534}" type="presParOf" srcId="{BC43DE20-EB26-4D22-B7C4-61BFAF928E9B}" destId="{BD87EC77-893E-4E68-A4EC-F12C95A7F4A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DCDC3-7013-477B-9EC7-C6F43AA72D04}">
      <dsp:nvSpPr>
        <dsp:cNvPr id="0" name=""/>
        <dsp:cNvSpPr/>
      </dsp:nvSpPr>
      <dsp:spPr>
        <a:xfrm>
          <a:off x="3304" y="141029"/>
          <a:ext cx="3221946" cy="8405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1. Rainfall-Based Approaches</a:t>
          </a:r>
        </a:p>
      </dsp:txBody>
      <dsp:txXfrm>
        <a:off x="3304" y="141029"/>
        <a:ext cx="3221946" cy="840594"/>
      </dsp:txXfrm>
    </dsp:sp>
    <dsp:sp modelId="{5C058C61-6A53-42AE-9FCB-AF70181E4505}">
      <dsp:nvSpPr>
        <dsp:cNvPr id="0" name=""/>
        <dsp:cNvSpPr/>
      </dsp:nvSpPr>
      <dsp:spPr>
        <a:xfrm>
          <a:off x="3304" y="981623"/>
          <a:ext cx="3221946" cy="3228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rainfall and weather observations to estimate flood conditions.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Limitation: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Rainfall alone does not fully represent the resulting water-level changes.</a:t>
          </a:r>
        </a:p>
      </dsp:txBody>
      <dsp:txXfrm>
        <a:off x="3304" y="981623"/>
        <a:ext cx="3221946" cy="3228120"/>
      </dsp:txXfrm>
    </dsp:sp>
    <dsp:sp modelId="{1CDFD9B2-F1B0-4F66-BD8E-2E71DF32C07F}">
      <dsp:nvSpPr>
        <dsp:cNvPr id="0" name=""/>
        <dsp:cNvSpPr/>
      </dsp:nvSpPr>
      <dsp:spPr>
        <a:xfrm>
          <a:off x="3676323" y="141029"/>
          <a:ext cx="3221946" cy="8405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2. Water-Level / Flood Prediction</a:t>
          </a:r>
        </a:p>
      </dsp:txBody>
      <dsp:txXfrm>
        <a:off x="3676323" y="141029"/>
        <a:ext cx="3221946" cy="840594"/>
      </dsp:txXfrm>
    </dsp:sp>
    <dsp:sp modelId="{7D208A68-F4C7-4E53-8A05-DC9E8FF0B8E6}">
      <dsp:nvSpPr>
        <dsp:cNvPr id="0" name=""/>
        <dsp:cNvSpPr/>
      </dsp:nvSpPr>
      <dsp:spPr>
        <a:xfrm>
          <a:off x="3676323" y="981623"/>
          <a:ext cx="3221946" cy="3228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 future water levels or directly classify flood occurrence.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Limitation: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direct flood output may not explain how the flood develops.</a:t>
          </a:r>
        </a:p>
      </dsp:txBody>
      <dsp:txXfrm>
        <a:off x="3676323" y="981623"/>
        <a:ext cx="3221946" cy="3228120"/>
      </dsp:txXfrm>
    </dsp:sp>
    <dsp:sp modelId="{4A9DAC1B-3D85-468D-B418-1E98F01B096B}">
      <dsp:nvSpPr>
        <dsp:cNvPr id="0" name=""/>
        <dsp:cNvSpPr/>
      </dsp:nvSpPr>
      <dsp:spPr>
        <a:xfrm>
          <a:off x="7349342" y="141029"/>
          <a:ext cx="3221946" cy="8405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Flood Inundation / Risk Models</a:t>
          </a:r>
        </a:p>
      </dsp:txBody>
      <dsp:txXfrm>
        <a:off x="7349342" y="141029"/>
        <a:ext cx="3221946" cy="840594"/>
      </dsp:txXfrm>
    </dsp:sp>
    <dsp:sp modelId="{BD87EC77-893E-4E68-A4EC-F12C95A7F4A5}">
      <dsp:nvSpPr>
        <dsp:cNvPr id="0" name=""/>
        <dsp:cNvSpPr/>
      </dsp:nvSpPr>
      <dsp:spPr>
        <a:xfrm>
          <a:off x="7349342" y="981623"/>
          <a:ext cx="3221946" cy="3228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Analyse flood depth, extent, flow, or affected areas.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Limitation: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Often requires detailed hydrological, terrain, or spatial information. </a:t>
          </a:r>
        </a:p>
      </dsp:txBody>
      <dsp:txXfrm>
        <a:off x="7349342" y="981623"/>
        <a:ext cx="3221946" cy="3228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173DB-BBD3-4CAA-8545-1476D158C641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3B611-FAE2-4A59-A858-BDCD3A1E8F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07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B611-FAE2-4A59-A858-BDCD3A1E8FA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9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02E6-45ED-B094-57C7-0C22BC44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4207F-71FF-B141-A1E1-05D116812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0440-70E2-D59A-F30E-288C14D2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1AA11-7B84-D807-C6BC-75BBEBE4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6E1FB-8DA0-4A39-D1BB-C0EA225B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75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FE5A-A684-9ADC-6120-DE0FE5AB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BBFA-9ADE-D389-B7D6-FCBE91D4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D48D6-8776-C4FF-FB41-E537C584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433B7-1D25-B2D2-88FE-D37A6EA3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151C-F4A3-6921-3537-07E28A62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52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A9AC-05B3-9DC4-6E8E-716B3A49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F48BC-652B-2FDD-A8F3-BD97FDC43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FE14D-BD4B-45E8-EEC9-26AF27D9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6E091-EC0C-57C0-EAF0-72872F62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CB307-677C-78AA-D72C-5BE4376F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98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8BBD-0C20-67B9-8BF2-2D86253D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A786-E959-D1C2-A4FD-AD0522BC9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9719B-6A97-8A8E-FB35-2CD89F5BB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FBB87-9121-86EF-841C-3E135101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8AF2C-D95A-285A-1C15-F11541E3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62F7D-86F7-42FB-C028-C7848D85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41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5213-0764-E284-1AA7-F28FEB4F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75884-6F90-18E9-B7F4-1AB7EC6FE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0625C-4A7F-5346-608C-F7B5E0E41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4DFD2-3B1A-9D73-107B-BC6B25735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01B65-4477-FAE0-CEB0-B2AB4BCEE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21B0DE-BCAE-EC96-B8E8-594AF0B0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7D4EB-D725-A723-0200-82B34049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CC993-F4BB-EE99-CA9C-A306F0EC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33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1814-9D96-E575-3495-B032236E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5AE8E-BD16-8B43-484F-34927FE5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3C815-2BBF-F413-35C9-AD7EF1FA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ACF44-ACE7-E353-FCDE-2C5D7015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30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A3335-7BB0-15B0-EC65-6AC08A048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E8D4B-29E7-670E-498F-1FCF7399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BF42C-092A-30D0-0623-C2139D35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62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2018-2E45-D11C-DA82-35B84692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6D463-1886-C08C-9CF8-B425FD1D3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CDA58-A9B8-5D56-C504-F643B3C10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59CF3-FD3D-1DE7-1FE6-A5007012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61CCD-FF5D-5B97-429A-48D29DE2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39052-B175-9FD8-48B2-02199244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43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4ACA-96EA-A3A7-4881-CEDE491A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3F34C-B6EB-3B38-19C8-4AEEBAE2A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09E39-B002-8616-CFA7-FDBD3CDDD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60512-3307-A2C5-1FC4-F69CE509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C67D2-1106-0B69-90E7-D82A3062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ECBA1-5D5F-EA2F-C24E-F5832740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41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B04B2-CCCE-5FF4-7381-B880B867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CA31C-119E-DDF2-ECEC-30E5104B2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6F117-3367-0237-96DC-88E48B78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34E7B-1332-B998-79DC-B8AADB33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9CAE3-EA90-6D76-E6F7-DBA29CE8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96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05631-0409-9E1E-49A6-5314BFB75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67252-C9D4-9D90-286C-DD83F9228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58AB7-52CE-A744-7991-35463817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1A73F-F089-FEE0-5A41-E1925C34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A855C-10DA-D4AA-CC13-F006E5E0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994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2C781-B056-CFF0-4DF5-66366D88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4311B-38B7-263C-014C-51B4C1F0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CEC1-8889-6253-9780-95E63D718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E1ADF-D53C-400B-9A40-ACF2ECF57BB0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767B6-3712-66D1-4494-995AD77E6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21BBD-CA59-3BC6-FB01-4D69A706F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BE2AE-B743-45A0-9062-F63B02755A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1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F50A-BA1D-B196-7E68-614969DB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Multi-Stage Flood Forecasting and Early Warning System</a:t>
            </a: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No:12</a:t>
            </a:r>
          </a:p>
          <a:p>
            <a:pPr marL="0" indent="0" algn="ctr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Swati Basliyal(2501321720060)                                                           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 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Simran Anand(2501321720059)                                                                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Arzoo Sorout </a:t>
            </a:r>
          </a:p>
          <a:p>
            <a:pPr marL="0" indent="0" fontAlgn="base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Ravina Ranjan(2501321720047)</a:t>
            </a:r>
          </a:p>
          <a:p>
            <a:pPr marL="0" indent="0" algn="ctr" fontAlgn="base">
              <a:buNone/>
            </a:pPr>
            <a:endParaRPr lang="en-US" sz="1800" dirty="0"/>
          </a:p>
          <a:p>
            <a:pPr marL="0" indent="0" algn="ctr" fontAlgn="base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CSE-Cyber Security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ctr" fontAlgn="base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GNIOT Greater Noida, India</a:t>
            </a:r>
          </a:p>
          <a:p>
            <a:pPr marL="0" indent="0" algn="ctr" fontAlgn="base">
              <a:buNone/>
            </a:pPr>
            <a:endParaRPr lang="en-US" dirty="0"/>
          </a:p>
          <a:p>
            <a:pPr marL="0" indent="0" algn="ctr" fontAlgn="base">
              <a:buNone/>
            </a:pPr>
            <a:endParaRPr lang="en-US" sz="1800" dirty="0"/>
          </a:p>
          <a:p>
            <a:pPr marL="0" indent="0" algn="ctr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D17366-B7A5-4CCC-851F-265E55C9D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8" y="230188"/>
            <a:ext cx="11761408" cy="1142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96CCB-2EBB-2508-6FFF-A72FEC451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52" y="6037006"/>
            <a:ext cx="11926529" cy="71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0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9">
            <a:extLst>
              <a:ext uri="{FF2B5EF4-FFF2-40B4-BE49-F238E27FC236}">
                <a16:creationId xmlns:a16="http://schemas.microsoft.com/office/drawing/2014/main" id="{51FD6835-630B-51DD-066B-5168E44A6091}"/>
              </a:ext>
            </a:extLst>
          </p:cNvPr>
          <p:cNvSpPr txBox="1"/>
          <p:nvPr/>
        </p:nvSpPr>
        <p:spPr>
          <a:xfrm>
            <a:off x="1061884" y="2241755"/>
            <a:ext cx="9868800" cy="32935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Threat: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Floods are highly destructive, causing loss of life and severe infrastructure damage.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Limits: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monitoring relies mostly on basic rainfall and predefined warning limits, missing how varying terrain and soil affect floods.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Advantage: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and Machine Learning learn from historical and current data to accurately assess flood risks.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multi-stage system that predicts rainfall, estimates water levels,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assesses area-specific flood risks rather than giving a simple "yes/no" prediction.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5E44BA5B-51FB-37E3-05B7-404299F4A47B}"/>
              </a:ext>
            </a:extLst>
          </p:cNvPr>
          <p:cNvSpPr txBox="1"/>
          <p:nvPr/>
        </p:nvSpPr>
        <p:spPr>
          <a:xfrm>
            <a:off x="3525770" y="784924"/>
            <a:ext cx="4495284" cy="872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7650"/>
              </a:lnSpc>
            </a:pPr>
            <a:r>
              <a:rPr lang="en-US" sz="4400" spc="-54" dirty="0">
                <a:solidFill>
                  <a:srgbClr val="020512"/>
                </a:solidFill>
                <a:latin typeface="Times New Roman" panose="02020603050405020304" pitchFamily="18" charset="0"/>
                <a:ea typeface="Mokoto"/>
                <a:cs typeface="Times New Roman" panose="02020603050405020304" pitchFamily="18" charset="0"/>
                <a:sym typeface="Mokoto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56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5039-93DC-431A-8AB3-F9B3B2FB6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2103" y="191730"/>
            <a:ext cx="9556955" cy="67842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Analysis &amp; Existing Approach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03CE9F-F4F7-FE05-D5F9-47BB5A4B60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223633"/>
              </p:ext>
            </p:extLst>
          </p:nvPr>
        </p:nvGraphicFramePr>
        <p:xfrm>
          <a:off x="811161" y="1032388"/>
          <a:ext cx="10574593" cy="435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E2FDEF-4896-D244-0001-A84920737394}"/>
              </a:ext>
            </a:extLst>
          </p:cNvPr>
          <p:cNvSpPr/>
          <p:nvPr/>
        </p:nvSpPr>
        <p:spPr>
          <a:xfrm>
            <a:off x="811161" y="5545393"/>
            <a:ext cx="10574593" cy="11946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</a:t>
            </a:r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often focus on individual stages of the flood process. This motivates a sequential approach that connects rainfall prediction with water-level forecasting and subsequent flood-risk analysis.</a:t>
            </a:r>
          </a:p>
        </p:txBody>
      </p:sp>
    </p:spTree>
    <p:extLst>
      <p:ext uri="{BB962C8B-B14F-4D97-AF65-F5344CB8AC3E}">
        <p14:creationId xmlns:p14="http://schemas.microsoft.com/office/powerpoint/2010/main" val="309579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6510D-9E30-8C8D-71DC-5C94A191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1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39B6-7D13-F96A-1DF1-DE1AEACF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2"/>
            <a:ext cx="10515600" cy="75785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420325-6462-98A7-E3D9-591FA4ED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42" y="825709"/>
            <a:ext cx="10215716" cy="585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38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99CE-2968-A027-2CDF-AB169E0A1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252" y="416106"/>
            <a:ext cx="9259747" cy="84553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Collection &amp; Dataset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A94E1-BC70-D142-C455-84758D071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" y="1794076"/>
            <a:ext cx="4465320" cy="3416320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dirty="0"/>
              <a:t>Rainfall Dataset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/>
              <a:t>Source:</a:t>
            </a:r>
            <a:r>
              <a:rPr lang="en-IN" dirty="0"/>
              <a:t> Central Water Commission (CWC) – Telemetry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/>
              <a:t>Location:</a:t>
            </a:r>
            <a:r>
              <a:rPr lang="en-IN" dirty="0"/>
              <a:t> Adityapur, Jharkhand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/>
              <a:t>Data:</a:t>
            </a:r>
            <a:r>
              <a:rPr lang="en-IN" dirty="0"/>
              <a:t> Rainfall observations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/>
              <a:t>Time Period:</a:t>
            </a:r>
            <a:r>
              <a:rPr lang="en-IN" dirty="0"/>
              <a:t> 2021–2025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/>
              <a:t>Type:</a:t>
            </a:r>
            <a:r>
              <a:rPr lang="en-IN" dirty="0"/>
              <a:t> Time-series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9AE3E-9E58-CC7C-6D14-80848AB7FFB1}"/>
              </a:ext>
            </a:extLst>
          </p:cNvPr>
          <p:cNvSpPr txBox="1"/>
          <p:nvPr/>
        </p:nvSpPr>
        <p:spPr>
          <a:xfrm>
            <a:off x="6038125" y="1794076"/>
            <a:ext cx="4937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 Water-Level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Source:</a:t>
            </a:r>
            <a:r>
              <a:rPr lang="en-IN" sz="2400" dirty="0"/>
              <a:t> Central Water Commission (CWC) – Telemetry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Location:</a:t>
            </a:r>
            <a:r>
              <a:rPr lang="en-IN" sz="2400" dirty="0"/>
              <a:t> Adityapur / Subarnarekha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Data:</a:t>
            </a:r>
            <a:r>
              <a:rPr lang="en-IN" sz="2400" dirty="0"/>
              <a:t> River water-level observations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Time Period:</a:t>
            </a:r>
            <a:r>
              <a:rPr lang="en-IN" sz="2400" dirty="0"/>
              <a:t> 2021–2025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Type:</a:t>
            </a:r>
            <a:r>
              <a:rPr lang="en-IN" sz="2400" dirty="0"/>
              <a:t> Time-series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D795E-2793-7481-9320-F3FEB9C06E03}"/>
              </a:ext>
            </a:extLst>
          </p:cNvPr>
          <p:cNvSpPr txBox="1"/>
          <p:nvPr/>
        </p:nvSpPr>
        <p:spPr>
          <a:xfrm>
            <a:off x="1112520" y="5419665"/>
            <a:ext cx="95554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These datasets provide the primary environmental and hydrological inputs for the forecasting stage.</a:t>
            </a:r>
          </a:p>
        </p:txBody>
      </p:sp>
    </p:spTree>
    <p:extLst>
      <p:ext uri="{BB962C8B-B14F-4D97-AF65-F5344CB8AC3E}">
        <p14:creationId xmlns:p14="http://schemas.microsoft.com/office/powerpoint/2010/main" val="144631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ED7A-9742-E190-6C01-405D11E39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518" y="160665"/>
            <a:ext cx="9144000" cy="706437"/>
          </a:xfrm>
        </p:spPr>
        <p:txBody>
          <a:bodyPr>
            <a:normAutofit/>
          </a:bodyPr>
          <a:lstStyle/>
          <a:p>
            <a:r>
              <a:rPr lang="en-US" sz="4400" dirty="0"/>
              <a:t>Research &amp; Reference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BD5FE-339B-F04D-79C0-E1EFC167A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793" y="993228"/>
            <a:ext cx="11067393" cy="4445875"/>
          </a:xfrm>
        </p:spPr>
        <p:txBody>
          <a:bodyPr>
            <a:normAutofit fontScale="70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Asif, M., et al. (2025). “Review and Intercomparison of Machine Learning Applications for Short-term Flood Forecasting.”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often focus on individual components such as rainfall, water level, or inundation.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Kuhaneswaran, B., et al. (2025). “Evolution of Data-Driven Flood Forecasting.”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connection between successive stages of flood development is not always incorporated into one workflow.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McEachran, Z., et al. (2025). “Knowledge-Guided Machine Learning for Operational Flood Forecasting.”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flood occurrence alone may not explain how water conditions develop or which areas may be affected.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Modelling &amp; Software studies (2025-2026) on Deep Learning alternatives and CNN frameworks.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Piadeh, F., et al. (2026). “AI-assisted framework for real-time urban flood risk forecasting.”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rainfall and water-level conditions require predictions to be updated as new observations become available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A82E70-F281-2067-22D8-8FE6506786EA}"/>
              </a:ext>
            </a:extLst>
          </p:cNvPr>
          <p:cNvSpPr/>
          <p:nvPr/>
        </p:nvSpPr>
        <p:spPr>
          <a:xfrm>
            <a:off x="551793" y="5565229"/>
            <a:ext cx="10925503" cy="113210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ysClr val="windowText" lastClr="000000"/>
                </a:solidFill>
              </a:rPr>
              <a:t>Our Motivation</a:t>
            </a:r>
          </a:p>
          <a:p>
            <a:r>
              <a:rPr lang="en-IN" dirty="0">
                <a:solidFill>
                  <a:sysClr val="windowText" lastClr="000000"/>
                </a:solidFill>
              </a:rPr>
              <a:t>To develop a multi-stage framework that progressively uses rainfall information to forecast water levels and subsequently support water-behaviour analysis, flood-risk assessment and early warning.</a:t>
            </a:r>
          </a:p>
        </p:txBody>
      </p:sp>
    </p:spTree>
    <p:extLst>
      <p:ext uri="{BB962C8B-B14F-4D97-AF65-F5344CB8AC3E}">
        <p14:creationId xmlns:p14="http://schemas.microsoft.com/office/powerpoint/2010/main" val="110297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36D6-BCAE-2FEC-F6C6-BAA92577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9001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Thankyou!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16788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549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Candara</vt:lpstr>
      <vt:lpstr>Times New Roman</vt:lpstr>
      <vt:lpstr>Wingdings</vt:lpstr>
      <vt:lpstr>Office Theme</vt:lpstr>
      <vt:lpstr>PowerPoint Presentation</vt:lpstr>
      <vt:lpstr>PowerPoint Presentation</vt:lpstr>
      <vt:lpstr>Problems Analysis &amp; Existing Approach</vt:lpstr>
      <vt:lpstr>PowerPoint Presentation</vt:lpstr>
      <vt:lpstr>Future Work</vt:lpstr>
      <vt:lpstr>Data Collection &amp; Dataset</vt:lpstr>
      <vt:lpstr>Research &amp; Reference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basliyal</dc:creator>
  <cp:lastModifiedBy>SAMEER ANAND</cp:lastModifiedBy>
  <cp:revision>2</cp:revision>
  <cp:lastPrinted>2026-09-24T03:51:42Z</cp:lastPrinted>
  <dcterms:created xsi:type="dcterms:W3CDTF">2026-08-19T16:43:32Z</dcterms:created>
  <dcterms:modified xsi:type="dcterms:W3CDTF">2026-09-24T09:33:32Z</dcterms:modified>
</cp:coreProperties>
</file>